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f2bdc21e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f2bdc21e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f2bdc21ec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f2bdc21ec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27025"/>
            <a:ext cx="8520600" cy="98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DSLE 3-3 Prototype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819575" y="2889450"/>
            <a:ext cx="4280100" cy="20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The team: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Diogo Costa Pinto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Duarte Souto Assunção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Francisco Calado Araújo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Francisco Lopes Mendonça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Francisco Resende Fernandes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</a:rPr>
              <a:t>Hugo Alexandre Almeida Barbosa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48825" y="1803200"/>
            <a:ext cx="50784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pt-PT" sz="2800">
                <a:solidFill>
                  <a:schemeClr val="dk1"/>
                </a:solidFill>
              </a:rPr>
              <a:t>Product Leaderboards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pt-PT" sz="2800">
                <a:solidFill>
                  <a:schemeClr val="dk1"/>
                </a:solidFill>
              </a:rPr>
              <a:t>Loyalty System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Product Leaderboards 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PT"/>
              <a:t> 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400" y="1152475"/>
            <a:ext cx="5557199" cy="357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Loyalty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975" y="1152475"/>
            <a:ext cx="5538051" cy="36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